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63" r:id="rId11"/>
    <p:sldId id="264" r:id="rId12"/>
    <p:sldId id="265" r:id="rId13"/>
    <p:sldId id="271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6025"/>
            <a:ext cx="7772400" cy="1470025"/>
          </a:xfrm>
        </p:spPr>
        <p:txBody>
          <a:bodyPr/>
          <a:lstStyle/>
          <a:p>
            <a:r>
              <a:rPr dirty="0"/>
              <a:t>Online Food Ordering &amp; Delivery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09900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Presented by: Murgan Swami M &amp; Lokesh V</a:t>
            </a:r>
          </a:p>
          <a:p>
            <a:r>
              <a:rPr dirty="0"/>
              <a:t>Project Guide: Vijaya</a:t>
            </a:r>
          </a:p>
          <a:p>
            <a:r>
              <a:rPr dirty="0"/>
              <a:t>Institution: </a:t>
            </a:r>
            <a:r>
              <a:rPr dirty="0" err="1"/>
              <a:t>Anudip</a:t>
            </a:r>
            <a:r>
              <a:rPr dirty="0"/>
              <a:t> Foundation</a:t>
            </a:r>
          </a:p>
          <a:p>
            <a:r>
              <a:rPr dirty="0"/>
              <a:t>Course: Advance Java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console-based food ordering and delivery 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management application.</a:t>
            </a:r>
          </a:p>
          <a:p>
            <a:pPr marL="0" indent="0">
              <a:buNone/>
            </a:pPr>
            <a:r>
              <a:rPr dirty="0"/>
              <a:t>• Built using Core Java, Hibernate ORM, MySQL,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and JDBC.</a:t>
            </a:r>
          </a:p>
          <a:p>
            <a:pPr marL="0" indent="0">
              <a:buNone/>
            </a:pPr>
            <a:r>
              <a:rPr dirty="0"/>
              <a:t>• Helps users register, log in, browse restaurants,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view menu, and place 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Provide digital food ordering functionality.</a:t>
            </a:r>
          </a:p>
          <a:p>
            <a:pPr marL="0" indent="0">
              <a:buNone/>
            </a:pPr>
            <a:r>
              <a:rPr dirty="0"/>
              <a:t>• Maintain secure user authentication.</a:t>
            </a:r>
          </a:p>
          <a:p>
            <a:pPr marL="0" indent="0">
              <a:buNone/>
            </a:pPr>
            <a:r>
              <a:rPr dirty="0"/>
              <a:t>• Manage restaurants, menus, and orders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efficiently.</a:t>
            </a:r>
          </a:p>
          <a:p>
            <a:pPr marL="0" indent="0">
              <a:buNone/>
            </a:pPr>
            <a:r>
              <a:rPr dirty="0"/>
              <a:t>• Generate sales report using JDBC.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Programming Language: Java</a:t>
            </a:r>
          </a:p>
          <a:p>
            <a:pPr marL="0" indent="0">
              <a:buNone/>
            </a:pPr>
            <a:r>
              <a:rPr dirty="0"/>
              <a:t>• Backend Framework: Hibernate ORM</a:t>
            </a:r>
          </a:p>
          <a:p>
            <a:pPr marL="0" indent="0">
              <a:buNone/>
            </a:pPr>
            <a:r>
              <a:rPr dirty="0"/>
              <a:t>• Database: MySQL</a:t>
            </a:r>
          </a:p>
          <a:p>
            <a:pPr marL="0" indent="0">
              <a:buNone/>
            </a:pPr>
            <a:r>
              <a:rPr dirty="0"/>
              <a:t>• Tools: Eclipse, Maven</a:t>
            </a:r>
          </a:p>
          <a:p>
            <a:pPr marL="0" indent="0">
              <a:buNone/>
            </a:pPr>
            <a:r>
              <a:rPr dirty="0"/>
              <a:t>• Build Tool: Maven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Presentation/UI Layer (Console input/output)</a:t>
            </a:r>
          </a:p>
          <a:p>
            <a:r>
              <a:rPr lang="en-US" dirty="0"/>
              <a:t>Service Layer (Business logic)</a:t>
            </a:r>
          </a:p>
          <a:p>
            <a:r>
              <a:rPr lang="en-US" dirty="0"/>
              <a:t>DAO Layer (CRUD operations)</a:t>
            </a:r>
          </a:p>
          <a:p>
            <a:r>
              <a:rPr lang="en-US" dirty="0"/>
              <a:t>Hibernate Layer (ORM communication)</a:t>
            </a:r>
          </a:p>
          <a:p>
            <a:r>
              <a:rPr lang="en-US" dirty="0"/>
              <a:t>Database Layer (MySQL storage)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7829-78F9-50F4-381D-6BD1157F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B954A0-7BF5-CC12-963D-2EE7F56FE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8901" y="297701"/>
            <a:ext cx="2286198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6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4B96-D128-55C0-6238-DC0CA6C40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9B5AA3-2B8E-DCDE-D1EE-85BA779FB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8088" y="1631741"/>
            <a:ext cx="2118544" cy="11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83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- User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User Registration &amp; Login</a:t>
            </a:r>
          </a:p>
          <a:p>
            <a:pPr marL="0" indent="0">
              <a:buNone/>
            </a:pPr>
            <a:r>
              <a:rPr dirty="0"/>
              <a:t>• View Restaurants</a:t>
            </a:r>
          </a:p>
          <a:p>
            <a:pPr marL="0" indent="0">
              <a:buNone/>
            </a:pPr>
            <a:r>
              <a:rPr dirty="0"/>
              <a:t>• Browse Menu Items</a:t>
            </a:r>
          </a:p>
          <a:p>
            <a:pPr marL="0" indent="0">
              <a:buNone/>
            </a:pPr>
            <a:r>
              <a:rPr dirty="0"/>
              <a:t>• Place Order</a:t>
            </a:r>
          </a:p>
          <a:p>
            <a:pPr marL="0" indent="0">
              <a:buNone/>
            </a:pPr>
            <a:r>
              <a:rPr dirty="0"/>
              <a:t>• View Order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- 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Insert Restaurants &amp; Menu Items (via DB)</a:t>
            </a:r>
          </a:p>
          <a:p>
            <a:pPr marL="0" indent="0">
              <a:buNone/>
            </a:pPr>
            <a:r>
              <a:rPr dirty="0"/>
              <a:t>• View Total Sales Report</a:t>
            </a:r>
          </a:p>
          <a:p>
            <a:pPr marL="0" indent="0">
              <a:buNone/>
            </a:pPr>
            <a:r>
              <a:rPr dirty="0"/>
              <a:t>• Maintain Food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Tables Used:</a:t>
            </a:r>
          </a:p>
          <a:p>
            <a:r>
              <a:rPr dirty="0"/>
              <a:t>users</a:t>
            </a:r>
          </a:p>
          <a:p>
            <a:r>
              <a:rPr dirty="0"/>
              <a:t>restaurants</a:t>
            </a:r>
          </a:p>
          <a:p>
            <a:r>
              <a:rPr dirty="0" err="1"/>
              <a:t>menu_items</a:t>
            </a:r>
            <a:endParaRPr dirty="0"/>
          </a:p>
          <a:p>
            <a:r>
              <a:rPr dirty="0"/>
              <a:t>orders</a:t>
            </a:r>
          </a:p>
          <a:p>
            <a:r>
              <a:rPr dirty="0" err="1"/>
              <a:t>order_items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Register/Login → View Restaurants → View Menu → Place Order → Bill Summary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Output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r>
              <a:rPr dirty="0"/>
              <a:t>Login/Registration successful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Menu displayed with price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19A4095-B193-E2C9-2EC9-DA9C88C58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69" y="1958023"/>
            <a:ext cx="6408237" cy="1813877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EA4E5B0-8DC7-7169-CC08-F4A88839B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69" y="4923156"/>
            <a:ext cx="6132173" cy="15163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004C-51CA-7AF4-6C04-C03E4F36E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16F1-7863-4EBA-B754-4CED63E9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29E2-ACEA-2470-A934-256C994E8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Orders managed successfully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Reports generated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E2F84A-8DFB-EB25-981D-387BD191B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62" y="2246313"/>
            <a:ext cx="8110138" cy="560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1EE22C-3020-CCF6-1EC1-8DE3CB43B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62" y="4013201"/>
            <a:ext cx="7739693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7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Real-world based application</a:t>
            </a:r>
          </a:p>
          <a:p>
            <a:r>
              <a:rPr dirty="0"/>
              <a:t>Scalable modular design</a:t>
            </a:r>
          </a:p>
          <a:p>
            <a:r>
              <a:rPr dirty="0"/>
              <a:t>Database driven &amp; secure</a:t>
            </a:r>
          </a:p>
          <a:p>
            <a:r>
              <a:rPr dirty="0"/>
              <a:t>Easy to integrate with web or mobile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Successfully implemented food ordering system.</a:t>
            </a:r>
          </a:p>
          <a:p>
            <a:r>
              <a:rPr dirty="0"/>
              <a:t>Learned Hibernate, MySQL, and JDBC integration.</a:t>
            </a:r>
          </a:p>
          <a:p>
            <a:r>
              <a:rPr dirty="0"/>
              <a:t>Future scope: UI, Online payments, Delivery tracking.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314</Words>
  <Application>Microsoft Office PowerPoint</Application>
  <PresentationFormat>On-screen Show (4:3)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Online Food Ordering &amp; Delivery Management System</vt:lpstr>
      <vt:lpstr>Introduction</vt:lpstr>
      <vt:lpstr>Project Objectives</vt:lpstr>
      <vt:lpstr>Technologies Used</vt:lpstr>
      <vt:lpstr>System Architecture</vt:lpstr>
      <vt:lpstr>PowerPoint Presentation</vt:lpstr>
      <vt:lpstr>PowerPoint Presentation</vt:lpstr>
      <vt:lpstr>Features - User Module</vt:lpstr>
      <vt:lpstr>Features - Admin Module</vt:lpstr>
      <vt:lpstr>Database Design</vt:lpstr>
      <vt:lpstr>Application Flow</vt:lpstr>
      <vt:lpstr>Output </vt:lpstr>
      <vt:lpstr>Output </vt:lpstr>
      <vt:lpstr>Advantages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Murgan Swami</dc:creator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2025-11-18T05:09:32Z</dcterms:modified>
  <cp:category/>
</cp:coreProperties>
</file>